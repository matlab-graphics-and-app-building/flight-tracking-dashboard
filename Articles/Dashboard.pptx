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A1A56-97DC-3AA8-904A-46FF74A95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0C6051-1062-8E59-599A-9E402D588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656AC-3FF6-6B71-FA79-629B174DD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53B4-9E2D-4E45-8CAC-1BAB6C5C4ACB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98E0A-D76C-D0E4-E35A-0988B54DB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FC150-1CF1-83F3-D020-AE8D27FF3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4558C-A455-4B21-B738-494D91660B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52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4A393-687E-7604-4F56-BAC1ADA8E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E0C71-3B5A-315A-36F3-C9455BC38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D5FE5-FB40-C9E8-CC79-5174B268D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53B4-9E2D-4E45-8CAC-1BAB6C5C4ACB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C3CC99-A97A-8EE0-8071-7673912DE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1AD46-4A99-9B59-FBEA-1A550E36B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4558C-A455-4B21-B738-494D91660B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5189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F13B0-F6B3-42DB-7F62-AF0FE089F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9E83B-C011-BA24-DFCB-632543E7A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2A0B1-CE50-5088-B905-00654F68A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53B4-9E2D-4E45-8CAC-1BAB6C5C4ACB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C8CEE1-6D6F-CEB2-13F6-7AD39FB49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042AC-BD3A-4DBD-829F-4DF92AC02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4558C-A455-4B21-B738-494D91660B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2091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F9DB9-3875-FB58-3977-184717B8F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06BB0-3B65-2E5E-C998-09427B711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4CCCF-2B4D-EAC3-0EF8-F7335B7B3D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F6E3A-E57F-63CB-4BDD-6A8E15AD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53B4-9E2D-4E45-8CAC-1BAB6C5C4ACB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6BB9D-2E18-0E87-2945-0D51F300E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A5F26-F53E-48FD-15F6-AD8EBA2C6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4558C-A455-4B21-B738-494D91660B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380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4DA3-801E-6A9D-8A28-B6139EDD0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8E475-3CA1-D503-CF6B-F79A552BC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24FC4-DC72-8B33-401D-1A52ED657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7998BD-9BD7-5EF3-EBEA-4B2FDB12BC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982053-3B70-DA04-FEE5-FEF9554CE2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C9161E-A5D8-462C-13A1-FF38209FD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53B4-9E2D-4E45-8CAC-1BAB6C5C4ACB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355A61-FBCE-384D-9DB1-B676FEE55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D819F0-F5D9-2C44-A24F-7F201A13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4558C-A455-4B21-B738-494D91660B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011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67BFD-0849-D575-1FC2-3A1370D40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C2C433-5551-B06E-CE8B-E300F4720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53B4-9E2D-4E45-8CAC-1BAB6C5C4ACB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0801B-CE98-532F-D7F7-A55DB23A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43F67-4703-6C52-1C60-1B7605795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4558C-A455-4B21-B738-494D91660B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7771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024D27-1861-AD25-EDAF-F8275520A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53B4-9E2D-4E45-8CAC-1BAB6C5C4ACB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EB081C-2AD0-2942-B8CE-D2AC81812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FD67F-0FB0-7037-DE9C-5693B4A21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4558C-A455-4B21-B738-494D91660B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08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EAAC2-D55D-8A09-D04A-25BB40D15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6DE81-AB5C-7C78-CF28-B28A5B0C2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35FBC-EBC1-6BBB-A80D-6687AFC56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0C10E-766E-46FF-D47A-026BE7539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53B4-9E2D-4E45-8CAC-1BAB6C5C4ACB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744ACE-C35D-BDEF-A752-81722AA3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C0646-2396-EDDD-AC55-5D4FD8C52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4558C-A455-4B21-B738-494D91660B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1068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C235A-36D7-0794-C65E-7B4886745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8971C1-86A4-994D-0110-DC84BBAE7C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0F012-0091-8FA5-CF1B-6D4998A0C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1825F4-E673-4D2E-1C5E-3B3035FAB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53B4-9E2D-4E45-8CAC-1BAB6C5C4ACB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70BFC-F13B-F854-6B1A-F0A2C84CD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8B573-383E-EB2E-E926-A1DC21E6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4558C-A455-4B21-B738-494D91660B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429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7B8C5-EF73-EFB7-CB27-068BD987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6C7202-AA05-5E46-918A-A023A2B54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A805C-06BE-5EBA-385C-B3F9E7DB6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53B4-9E2D-4E45-8CAC-1BAB6C5C4ACB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235AA-0B21-98A4-5628-C35FDB60A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3634A-4EDC-4D91-105F-48599ABE6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4558C-A455-4B21-B738-494D91660B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6567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D8616C-53D2-9DA1-0600-DD71524B9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90929-93FE-5A9B-0C14-E6173C2ED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B7ABEE-4BF8-69AC-6F18-C286DFEE3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753B4-9E2D-4E45-8CAC-1BAB6C5C4ACB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792F0-2858-8EAA-ECE7-A9C86ABCC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2B903-1A75-E4E2-C32F-005AD528A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4558C-A455-4B21-B738-494D91660B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8795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B82099-8510-E389-D823-F68EA2116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8129D-42FA-39A1-9AEE-F7B4933AAD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9594D-DFDD-4FB9-8BE9-01FE3D9C6B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C753B4-9E2D-4E45-8CAC-1BAB6C5C4ACB}" type="datetimeFigureOut">
              <a:rPr lang="en-GB" smtClean="0"/>
              <a:t>16/06/2025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5D759-F6BC-4242-C4AD-D9FD7011F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A278B-4B1B-5FE7-153D-B0871C43D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C4558C-A455-4B21-B738-494D91660B3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920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644E0F2-B973-9893-96AF-0EF10DFE0877}"/>
              </a:ext>
            </a:extLst>
          </p:cNvPr>
          <p:cNvGrpSpPr/>
          <p:nvPr/>
        </p:nvGrpSpPr>
        <p:grpSpPr>
          <a:xfrm>
            <a:off x="1234440" y="557784"/>
            <a:ext cx="9570720" cy="5742432"/>
            <a:chOff x="1234440" y="557784"/>
            <a:chExt cx="9570720" cy="574243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1D24C7E-57AD-BCDB-3898-05D0E13A35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34440" y="557784"/>
              <a:ext cx="9570720" cy="574243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46C8ED1-0B08-08E1-C113-26891DA1B9AA}"/>
                </a:ext>
              </a:extLst>
            </p:cNvPr>
            <p:cNvSpPr txBox="1"/>
            <p:nvPr/>
          </p:nvSpPr>
          <p:spPr>
            <a:xfrm>
              <a:off x="4914900" y="2141268"/>
              <a:ext cx="8595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Charts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EDF38F1-63A7-E426-C205-8A90041203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73702" y="2325934"/>
              <a:ext cx="441198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DA422CF-1324-2244-3024-E8CC234CE87C}"/>
                </a:ext>
              </a:extLst>
            </p:cNvPr>
            <p:cNvCxnSpPr>
              <a:cxnSpLocks/>
            </p:cNvCxnSpPr>
            <p:nvPr/>
          </p:nvCxnSpPr>
          <p:spPr>
            <a:xfrm>
              <a:off x="5577840" y="2510600"/>
              <a:ext cx="1033272" cy="1836801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EF9E6CC-EF5F-96E0-B7A6-F23A894BC20F}"/>
                </a:ext>
              </a:extLst>
            </p:cNvPr>
            <p:cNvSpPr txBox="1"/>
            <p:nvPr/>
          </p:nvSpPr>
          <p:spPr>
            <a:xfrm>
              <a:off x="1709928" y="3592116"/>
              <a:ext cx="23576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Flight instruments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34A479A-B400-2351-0E04-4E3320832CCD}"/>
                </a:ext>
              </a:extLst>
            </p:cNvPr>
            <p:cNvSpPr txBox="1"/>
            <p:nvPr/>
          </p:nvSpPr>
          <p:spPr>
            <a:xfrm>
              <a:off x="9285732" y="2865430"/>
              <a:ext cx="12298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Flight data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FA66D2D-B265-6F9F-867B-06C9A9E2FB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3064" y="3036952"/>
              <a:ext cx="772668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69A11E8E-E9AF-CD9B-6422-5D38315D14ED}"/>
                </a:ext>
              </a:extLst>
            </p:cNvPr>
            <p:cNvCxnSpPr>
              <a:cxnSpLocks/>
            </p:cNvCxnSpPr>
            <p:nvPr/>
          </p:nvCxnSpPr>
          <p:spPr>
            <a:xfrm>
              <a:off x="9900666" y="3234762"/>
              <a:ext cx="0" cy="67887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BE9DF66-D92A-FDBD-9CD8-42325A608502}"/>
                </a:ext>
              </a:extLst>
            </p:cNvPr>
            <p:cNvSpPr txBox="1"/>
            <p:nvPr/>
          </p:nvSpPr>
          <p:spPr>
            <a:xfrm>
              <a:off x="2570988" y="557784"/>
              <a:ext cx="29931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>
                  <a:solidFill>
                    <a:schemeClr val="bg1"/>
                  </a:solidFill>
                </a:rPr>
                <a:t>Dashboard configuration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D2B67C3-A0BA-0341-E7B1-3C08E95A34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56816" y="740664"/>
              <a:ext cx="614172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82A15AF-CCE6-F514-C39C-7E3E1911A204}"/>
                </a:ext>
              </a:extLst>
            </p:cNvPr>
            <p:cNvCxnSpPr>
              <a:cxnSpLocks/>
            </p:cNvCxnSpPr>
            <p:nvPr/>
          </p:nvCxnSpPr>
          <p:spPr>
            <a:xfrm>
              <a:off x="2585466" y="3961448"/>
              <a:ext cx="317754" cy="86868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14715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7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 Deeley</dc:creator>
  <cp:lastModifiedBy>Ken Deeley</cp:lastModifiedBy>
  <cp:revision>2</cp:revision>
  <dcterms:created xsi:type="dcterms:W3CDTF">2025-05-02T15:26:46Z</dcterms:created>
  <dcterms:modified xsi:type="dcterms:W3CDTF">2025-06-16T10:03:57Z</dcterms:modified>
</cp:coreProperties>
</file>